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27 (claim-to-evidence map)</a:t>
            </a:r>
          </a:p>
          <a:p>
            <a:r>
              <a:t>APPENDIX: Appendix M</a:t>
            </a:r>
          </a:p>
          <a:p/>
          <a:p>
            <a:r>
              <a:t>SCRIPT:</a:t>
            </a:r>
          </a:p>
          <a:p>
            <a:r>
              <a:t>Good morning. I evaluate whether ChatGPT, used through Codex 5.4, can help improve an existing financial accounting API. The model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29-31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claim that the 50, 100, or 500 VU core p95 values improved; all three increased.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All comparisons use the same accounting API.</a:t>
            </a:r>
          </a:p>
          <a:p>
            <a:r>
              <a:t>SHOW IF ASKED: backup slides 34 and 42-44 (API behavior)</a:t>
            </a:r>
          </a:p>
          <a:p>
            <a:r>
              <a:t>APPENDIX: Appendices B-D, H, and J</a:t>
            </a:r>
          </a:p>
          <a:p/>
          <a:p>
            <a:r>
              <a:t>SCRIPT:</a:t>
            </a:r>
          </a:p>
          <a:p>
            <a:r>
              <a:t>This API has login, four user roles, accounts, journal entries, reports, and an audit log. It uses a local SQL Server database. I compared a baseline with changed versions of this same API. The web screenshots later show that the app can be used; those screenshots are not JMeter performance measurements.</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Codex suggested changes; I checked and measured them.</a:t>
            </a:r>
          </a:p>
          <a:p>
            <a:r>
              <a:t>SHOW IF ASKED: slide 15; backup slides 32-33 (before/after code)</a:t>
            </a:r>
          </a:p>
          <a:p>
            <a:r>
              <a:t>APPENDIX: Appendices E-G, I, and K</a:t>
            </a:r>
          </a:p>
          <a:p/>
          <a:p>
            <a:r>
              <a:t>SCRIPT:</a:t>
            </a:r>
          </a:p>
          <a:p>
            <a:r>
              <a:t>Here is one example. SonarQube flagged a controller with eight query parameters. I showed Codex that warning and the relevant code. It suggested a request DTO. I reviewed the edit, ran tests, and scanned the changed branch again. SonarQube issues went from 17 to zero. I followed the same check-again process for ZAP and JMeter, including the JMeter target that was not met.</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measurable SonarQube improvement is 17 distinct issues to zero.</a:t>
            </a:r>
          </a:p>
          <a:p>
            <a:r>
              <a:t>SHOW IF ASKED: next slides 14-15 (scan and code proof)</a:t>
            </a:r>
          </a:p>
          <a:p>
            <a:r>
              <a:t>APPENDIX: Appendices E and L</a:t>
            </a:r>
          </a:p>
          <a:p/>
          <a:p>
            <a:r>
              <a:t>SCRIPT:</a:t>
            </a:r>
          </a:p>
          <a:p>
            <a:r>
              <a:t>SonarQube reported 17 distinct issues before the code change and zero after it. Cyclomatic complexity is a rough count of the different decision paths through code, such as branches. Its total rose from 886 to 889, a small increase; that is not an improvement. Coverage also fell slightly from 74.4 to 74.3 percent. Both gate statuses say OK, but the saved gate records list no conditions, so I rely mainly on the issue count. The reliability, security, and maintainability labels overlap and are not extra issues to add to 17.</a:t>
            </a:r>
          </a:p>
          <a:p/>
          <a:p>
            <a:r>
              <a:t>SOURCE: Next slides 14-15; backup slides 29 and 35-36;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next slide 15; backup slides 29 and 35-36</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Next slide 15; backup slides 29 and 35-36;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30;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30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30;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Codex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lower soak and spike p95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study tested one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Relevant code</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Suggested edit</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I check</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I run 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Measure again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An AI suggestion is not proof: I check it, then the same tool measures the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57600"/>
            <a:ext cx="9948672" cy="75895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17 findings had overlapping impacts: Reliability 2, Security 1, Maintainability 16. Complexity rose 886 → 889; duplication stayed 0.0%.</a:t>
            </a:r>
          </a:p>
        </p:txBody>
      </p:sp>
      <p:sp>
        <p:nvSpPr>
          <p:cNvPr id="24" name="TextBox 23"/>
          <p:cNvSpPr txBox="1"/>
          <p:nvPr/>
        </p:nvSpPr>
        <p:spPr>
          <a:xfrm>
            <a:off x="996696" y="4480560"/>
            <a:ext cx="9948672" cy="40233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Cyclomatic complexity counts possible decision paths through code; a higher count can need more tests.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