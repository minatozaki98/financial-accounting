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core performance failed.</a:t>
            </a:r>
          </a:p>
          <a:p/>
          <a:p>
            <a:r>
              <a:t>SCRIPT:</a:t>
            </a:r>
          </a:p>
          <a:p>
            <a:r>
              <a:t>I want to give the result before the details. The fresh reproduction reduced SonarQube issues from seventeen to zero. ZAP passed the configured rule gate, but one raw Medium HTTP-only observation remained in the authenticated scan. JMeter's primary core gate failed at the 100 and 500 VU workloads. Improvements in soak and spike do not cancel that failure.</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50, 100, and 500 VU core checks; 100 VU must stay at or below five hundred milliseconds and 500 VU at or below twelve hundred. We also require tests and role behavior to stay intact.</a:t>
            </a:r>
          </a:p>
          <a:p/>
          <a:p>
            <a:r>
              <a:t>SOURCE: Current report Table 4.1 and §4.1.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fail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historical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scan reports, and I label them historical on purpose. They show the tool's native alert summary and evidence layout. The current numerical claim comes from the fresh machine-readable scan JSON: one raw authenticated API Medium remains. This is why the thesis separates visual captures from current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50, 100, and 500 virtual-user profiles exercise increasingly heavy core load. These are workload sizes, whereas p50, p90, p95, and p99 are response-time percentiles measured in milliseconds. Archived JMeter folder IDs retain p50, p100, and p500 for traceability. Soak and spike add sustained and sudden-load evidence; they are additional interpretation, not a substitute for the primary core gate.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At 50 VU, p95 rose from thirty-three to about two hundred milliseconds; at 100 VU, from about two hundred fifty-six to one thousand one hundred forty-seven; at 500 VU, from one hundred six to one thousand five hundred forty-eight. Errors stayed at zero, but the 100 VU and 500 VU limits were exceeded, so the remediation core gate failed.</a:t>
            </a:r>
          </a:p>
          <a:p/>
          <a:p>
            <a:r>
              <a:t>SOURCE: Fresh JMeter baseline/remediation summary.json; current report §4.4 and Table 4.5.</a:t>
            </a:r>
          </a:p>
          <a:p>
            <a:r>
              <a:t>CAUTION: Do not carry the historical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reverse the failed primary gate.</a:t>
            </a:r>
          </a:p>
          <a:p/>
          <a:p>
            <a:r>
              <a:t>SCRIPT:</a:t>
            </a:r>
          </a:p>
          <a:p>
            <a:r>
              <a:t>The soak aggregate p95 fell from 443.95 to 171 milliseconds. Spike aggregate p95 fell from about 33.4 seconds to 4.73 seconds, and spike errors fell to zero. These are meaningful fresh stress-profile gains, but the core 100 VU and 500 VU gate remains failed.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The dated evidence does not preserve CPU and RAM specifications or utilization, application and database resource limits, or a managed service tier. These results should be replicated under recorded and matched capacity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controlled workflow also showed a failed primary performance result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Core FAIL</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primary JMeter core performance gate,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failures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230368"/>
            <a:ext cx="10716768" cy="60350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303520"/>
            <a:ext cx="10195560" cy="44805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A better stress-profile number cannot override a failed core performance 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Current scan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50/100/500 VU are workload sizes; p95 is a latency percentile.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JMeter core gate failed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FAIL: 100 VU 1,146.9 &gt; 500 ms; 500 VU 1,547.95 &gt; 1,200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The core 100 VU and 500 VU failures still determine the overall performance judgment.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fresh primary JMeter core gate failed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